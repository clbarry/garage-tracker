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imwH7bCLywkrKkD7ICtQ+wbJG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arage-tracker.onrender.com/" TargetMode="External"/><Relationship Id="rId4" Type="http://schemas.openxmlformats.org/officeDocument/2006/relationships/hyperlink" Target="http://github.com/kmpat339/garage-track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2103120"/>
            <a:ext cx="11247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Garage</a:t>
            </a:r>
            <a:endParaRPr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3200400"/>
            <a:ext cx="11247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Vehicle Maintenance &amp; Cost-of-Ownership Tracker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Project 2: Web Dev</a:t>
            </a: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elopment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Nipun Jayakumar</a:t>
            </a:r>
            <a:r>
              <a:rPr b="1" lang="en-US" sz="18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8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&amp; Khush Patel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0125" y="5561075"/>
            <a:ext cx="3426876" cy="112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40075" y="1269525"/>
            <a:ext cx="10881300" cy="3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Build a full-stack web app for tracking vehicle maintenance — keep everything about your cars in one place instead of a </a:t>
            </a:r>
            <a:r>
              <a:rPr lang="en-US" sz="1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glove box</a:t>
            </a:r>
            <a:r>
              <a:rPr b="0" i="0" lang="en-US" sz="1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full of receipts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333333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Let users manage the vehicles they own and log every service, then see what each car has cost and which services are coming due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333333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Demonstrate a real database, a REST API, and a client-side-rendered frontend using Node + Express + MongoDB and vanilla JavaScript — no frameworks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Design and </a:t>
            </a:r>
            <a:r>
              <a:rPr b="1" lang="en-US" sz="3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 b="1" sz="3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37500" y="1511250"/>
            <a:ext cx="5627100" cy="28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Designed two pages: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Vehicles ("Your Garage")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Services (Maintenance History &amp; Costs)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Three user personas: Marcus (multi-car owner), Priya (diligent logger), and Sofia (future seller)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822350" y="635750"/>
            <a:ext cx="6695700" cy="4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•"/>
            </a:pP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Node.js + Express, MongoDB (native driver), vanilla JavaScript (ES6)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Bootstrap 5 for layout, Fetch API for requests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ESLint + Prettier for code quality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b="1" lang="en-US" sz="3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we are</a:t>
            </a:r>
            <a:r>
              <a:rPr b="1" i="0" lang="en-US" sz="30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 proud of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40075" y="1208450"/>
            <a:ext cx="5576700" cy="46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full CRUD vehicles feature, built end to end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List, search, filter, detail view, edit, and delete — all in vanilla JS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One form, two modes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same add/edit form switches between create (POST) and update (PUT)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quick mileage-update control that bumps the odometer without reopening the full form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Server-side validation, not just the form — bad input is rejected even if the form is bypassed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Two features that stay independent but share one database, with matched code style across both halves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640075" y="841975"/>
            <a:ext cx="46968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Vehicles</a:t>
            </a:r>
            <a:endParaRPr sz="2100"/>
          </a:p>
        </p:txBody>
      </p:sp>
      <p:sp>
        <p:nvSpPr>
          <p:cNvPr id="43" name="Google Shape;43;p5"/>
          <p:cNvSpPr txBox="1"/>
          <p:nvPr/>
        </p:nvSpPr>
        <p:spPr>
          <a:xfrm>
            <a:off x="7042075" y="841963"/>
            <a:ext cx="46968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endParaRPr sz="2100"/>
          </a:p>
        </p:txBody>
      </p:sp>
      <p:sp>
        <p:nvSpPr>
          <p:cNvPr id="44" name="Google Shape;44;p5"/>
          <p:cNvSpPr/>
          <p:nvPr/>
        </p:nvSpPr>
        <p:spPr>
          <a:xfrm>
            <a:off x="6216775" y="1533475"/>
            <a:ext cx="6347400" cy="49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Add/Edit form with two modes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form does both create and update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Clicking Edit fills it from a fresh fetch, turns amber to show you're editing; Cancel goes back to Add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Green on success, red on error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state kept in memory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rows and summaries are held in variables, so sorting columns and changing filters happen instantly — no re-fetch until the data actually changes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build-then-validate flow on every write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add and edit runs through buildServiceFromBody() then validateService() — one place for shaping, one for the rules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summary reports with real aggregation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Spend by Vehicle, Spend by Month, and Due Soon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509365" y="385305"/>
            <a:ext cx="11064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b="1" lang="en-US" sz="3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we</a:t>
            </a:r>
            <a:r>
              <a:rPr b="1" i="0" lang="en-US" sz="30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 struggled with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09375" y="1116700"/>
            <a:ext cx="5540700" cy="40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Linking the two collections correctly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service's vehicleId has to match a vehicle's _id type exactly, or the join silently returns nothing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Local database setup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Running MongoDB in Docker and wiring the connection string through a git-ignored .env file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Matching my teammate's conventions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Mirroring the existing Services code so </a:t>
            </a: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Vehicles half reads as one cohesive app, not two different styles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 txBox="1"/>
          <p:nvPr/>
        </p:nvSpPr>
        <p:spPr>
          <a:xfrm>
            <a:off x="736700" y="772675"/>
            <a:ext cx="46968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Vehicles</a:t>
            </a:r>
            <a:endParaRPr sz="2100"/>
          </a:p>
        </p:txBody>
      </p:sp>
      <p:sp>
        <p:nvSpPr>
          <p:cNvPr id="53" name="Google Shape;53;p6"/>
          <p:cNvSpPr txBox="1"/>
          <p:nvPr/>
        </p:nvSpPr>
        <p:spPr>
          <a:xfrm>
            <a:off x="7068775" y="643825"/>
            <a:ext cx="46968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endParaRPr sz="2100"/>
          </a:p>
        </p:txBody>
      </p:sp>
      <p:sp>
        <p:nvSpPr>
          <p:cNvPr id="54" name="Google Shape;54;p6"/>
          <p:cNvSpPr/>
          <p:nvPr/>
        </p:nvSpPr>
        <p:spPr>
          <a:xfrm>
            <a:off x="6556475" y="1329700"/>
            <a:ext cx="5540700" cy="5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Designing a clean frontend/backend separation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belongs</a:t>
            </a: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in the </a:t>
            </a: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route</a:t>
            </a: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vs db layer vs frontend took several iterations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Learning MongoDB aggregation pipeline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$group, $sum, $substrBytes, and $sort</a:t>
            </a: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are nothing like a SQL GROUP BY 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monthly summary (</a:t>
            </a:r>
            <a:r>
              <a:rPr i="1"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$substrBytes: ["$date", 0, 7] </a:t>
            </a: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 extract "YYYY-MM") and the Due Soon cross-collection join (fetching both collections separately and computing milesLeft in JavaScript) were hard to get right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Sortable columns and frontend state management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Making service table sort without re-fetching required keeping variables that held the services and vehicles in memory until some CRUD operation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track sort key and direction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wiring click handlers to every header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knowing which state to clear or preserve after CRUD reload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640118" y="1143010"/>
            <a:ext cx="108813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URL: </a:t>
            </a: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https://garage-tracker.onrender.com/</a:t>
            </a:r>
            <a:r>
              <a:rPr lang="en-US" sz="2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Repo: </a:t>
            </a: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github.com/kmpat339/garage-tracker</a:t>
            </a:r>
            <a:r>
              <a:rPr lang="en-US" sz="2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Demo video: </a:t>
            </a:r>
            <a:r>
              <a:rPr b="0" i="0" lang="en-US" sz="2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[ add </a:t>
            </a:r>
            <a:r>
              <a:rPr lang="en-US" sz="2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ink 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2026-06-23T21:21:03Z</dcterms:created>
  <dc:creator>Nipun Jayakumar</dc:creator>
</cp:coreProperties>
</file>